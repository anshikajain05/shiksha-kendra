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F19CC1-3A02-4EDF-A9ED-973E90AE2733}" v="19" dt="2024-10-21T07:30:31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88" d="100"/>
          <a:sy n="88" d="100"/>
        </p:scale>
        <p:origin x="5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ika Jain" userId="476dccf71fcbbe7e" providerId="LiveId" clId="{F0F19CC1-3A02-4EDF-A9ED-973E90AE2733}"/>
    <pc:docChg chg="undo custSel addSld modSld sldOrd">
      <pc:chgData name="Anshika Jain" userId="476dccf71fcbbe7e" providerId="LiveId" clId="{F0F19CC1-3A02-4EDF-A9ED-973E90AE2733}" dt="2024-10-22T09:04:28.945" v="828" actId="1076"/>
      <pc:docMkLst>
        <pc:docMk/>
      </pc:docMkLst>
      <pc:sldChg chg="addSp modSp mod">
        <pc:chgData name="Anshika Jain" userId="476dccf71fcbbe7e" providerId="LiveId" clId="{F0F19CC1-3A02-4EDF-A9ED-973E90AE2733}" dt="2024-10-22T09:04:28.945" v="828" actId="1076"/>
        <pc:sldMkLst>
          <pc:docMk/>
          <pc:sldMk cId="1200887442" sldId="256"/>
        </pc:sldMkLst>
        <pc:spChg chg="mod">
          <ac:chgData name="Anshika Jain" userId="476dccf71fcbbe7e" providerId="LiveId" clId="{F0F19CC1-3A02-4EDF-A9ED-973E90AE2733}" dt="2024-10-21T07:30:11.177" v="822"/>
          <ac:spMkLst>
            <pc:docMk/>
            <pc:sldMk cId="1200887442" sldId="256"/>
            <ac:spMk id="2" creationId="{B563FACE-4176-78FF-C9FD-16075775F934}"/>
          </ac:spMkLst>
        </pc:spChg>
        <pc:spChg chg="add mod">
          <ac:chgData name="Anshika Jain" userId="476dccf71fcbbe7e" providerId="LiveId" clId="{F0F19CC1-3A02-4EDF-A9ED-973E90AE2733}" dt="2024-10-22T09:04:28.945" v="828" actId="1076"/>
          <ac:spMkLst>
            <pc:docMk/>
            <pc:sldMk cId="1200887442" sldId="256"/>
            <ac:spMk id="4" creationId="{817FC6E7-3950-D4F6-AF14-0F296BD50D13}"/>
          </ac:spMkLst>
        </pc:spChg>
        <pc:spChg chg="mod">
          <ac:chgData name="Anshika Jain" userId="476dccf71fcbbe7e" providerId="LiveId" clId="{F0F19CC1-3A02-4EDF-A9ED-973E90AE2733}" dt="2024-10-22T09:04:24.851" v="827" actId="13926"/>
          <ac:spMkLst>
            <pc:docMk/>
            <pc:sldMk cId="1200887442" sldId="256"/>
            <ac:spMk id="7" creationId="{B6A0485F-C930-B715-80BB-86DC991F1C88}"/>
          </ac:spMkLst>
        </pc:spChg>
      </pc:sldChg>
      <pc:sldChg chg="modSp mod">
        <pc:chgData name="Anshika Jain" userId="476dccf71fcbbe7e" providerId="LiveId" clId="{F0F19CC1-3A02-4EDF-A9ED-973E90AE2733}" dt="2024-10-21T07:30:51.763" v="826" actId="14100"/>
        <pc:sldMkLst>
          <pc:docMk/>
          <pc:sldMk cId="327059773" sldId="257"/>
        </pc:sldMkLst>
        <pc:spChg chg="mod">
          <ac:chgData name="Anshika Jain" userId="476dccf71fcbbe7e" providerId="LiveId" clId="{F0F19CC1-3A02-4EDF-A9ED-973E90AE2733}" dt="2024-10-21T07:27:28.146" v="820" actId="14100"/>
          <ac:spMkLst>
            <pc:docMk/>
            <pc:sldMk cId="327059773" sldId="257"/>
            <ac:spMk id="2" creationId="{72C868E8-D200-F431-C263-7AC587B540DC}"/>
          </ac:spMkLst>
        </pc:spChg>
        <pc:spChg chg="mod">
          <ac:chgData name="Anshika Jain" userId="476dccf71fcbbe7e" providerId="LiveId" clId="{F0F19CC1-3A02-4EDF-A9ED-973E90AE2733}" dt="2024-10-21T07:30:51.763" v="826" actId="14100"/>
          <ac:spMkLst>
            <pc:docMk/>
            <pc:sldMk cId="327059773" sldId="257"/>
            <ac:spMk id="3" creationId="{161F9D9C-66DF-118B-E291-2951D40FA681}"/>
          </ac:spMkLst>
        </pc:spChg>
      </pc:sldChg>
      <pc:sldChg chg="modSp new mod">
        <pc:chgData name="Anshika Jain" userId="476dccf71fcbbe7e" providerId="LiveId" clId="{F0F19CC1-3A02-4EDF-A9ED-973E90AE2733}" dt="2024-10-21T07:30:11.177" v="822"/>
        <pc:sldMkLst>
          <pc:docMk/>
          <pc:sldMk cId="2628349819" sldId="258"/>
        </pc:sldMkLst>
        <pc:spChg chg="mod">
          <ac:chgData name="Anshika Jain" userId="476dccf71fcbbe7e" providerId="LiveId" clId="{F0F19CC1-3A02-4EDF-A9ED-973E90AE2733}" dt="2024-10-21T07:30:11.177" v="822"/>
          <ac:spMkLst>
            <pc:docMk/>
            <pc:sldMk cId="2628349819" sldId="258"/>
            <ac:spMk id="2" creationId="{AE4757C4-4401-FDDF-BAEA-C2DF65E8F7A0}"/>
          </ac:spMkLst>
        </pc:spChg>
        <pc:spChg chg="mod">
          <ac:chgData name="Anshika Jain" userId="476dccf71fcbbe7e" providerId="LiveId" clId="{F0F19CC1-3A02-4EDF-A9ED-973E90AE2733}" dt="2024-10-21T07:30:11.177" v="822"/>
          <ac:spMkLst>
            <pc:docMk/>
            <pc:sldMk cId="2628349819" sldId="258"/>
            <ac:spMk id="3" creationId="{3636DA2C-B343-EFE1-2B3E-8EDFDA9EC3E2}"/>
          </ac:spMkLst>
        </pc:spChg>
      </pc:sldChg>
      <pc:sldChg chg="modSp new mod ord">
        <pc:chgData name="Anshika Jain" userId="476dccf71fcbbe7e" providerId="LiveId" clId="{F0F19CC1-3A02-4EDF-A9ED-973E90AE2733}" dt="2024-10-21T07:30:11.177" v="822"/>
        <pc:sldMkLst>
          <pc:docMk/>
          <pc:sldMk cId="50039019" sldId="259"/>
        </pc:sldMkLst>
        <pc:spChg chg="mod">
          <ac:chgData name="Anshika Jain" userId="476dccf71fcbbe7e" providerId="LiveId" clId="{F0F19CC1-3A02-4EDF-A9ED-973E90AE2733}" dt="2024-10-21T07:30:11.177" v="822"/>
          <ac:spMkLst>
            <pc:docMk/>
            <pc:sldMk cId="50039019" sldId="259"/>
            <ac:spMk id="2" creationId="{AFDC7DF0-2FB1-C34B-17D6-D155BA3A28D8}"/>
          </ac:spMkLst>
        </pc:spChg>
        <pc:spChg chg="mod">
          <ac:chgData name="Anshika Jain" userId="476dccf71fcbbe7e" providerId="LiveId" clId="{F0F19CC1-3A02-4EDF-A9ED-973E90AE2733}" dt="2024-10-20T10:09:17.414" v="767" actId="20577"/>
          <ac:spMkLst>
            <pc:docMk/>
            <pc:sldMk cId="50039019" sldId="259"/>
            <ac:spMk id="3" creationId="{98AE9EEA-8F41-4CFB-DEB0-48EE36FA30BF}"/>
          </ac:spMkLst>
        </pc:spChg>
      </pc:sldChg>
      <pc:sldChg chg="modSp new">
        <pc:chgData name="Anshika Jain" userId="476dccf71fcbbe7e" providerId="LiveId" clId="{F0F19CC1-3A02-4EDF-A9ED-973E90AE2733}" dt="2024-10-21T07:30:11.177" v="822"/>
        <pc:sldMkLst>
          <pc:docMk/>
          <pc:sldMk cId="1432776961" sldId="260"/>
        </pc:sldMkLst>
        <pc:spChg chg="mod">
          <ac:chgData name="Anshika Jain" userId="476dccf71fcbbe7e" providerId="LiveId" clId="{F0F19CC1-3A02-4EDF-A9ED-973E90AE2733}" dt="2024-10-21T07:30:11.177" v="822"/>
          <ac:spMkLst>
            <pc:docMk/>
            <pc:sldMk cId="1432776961" sldId="260"/>
            <ac:spMk id="2" creationId="{C365BE21-1C7F-7499-ADF2-72D7CBF877B6}"/>
          </ac:spMkLst>
        </pc:spChg>
        <pc:spChg chg="mod">
          <ac:chgData name="Anshika Jain" userId="476dccf71fcbbe7e" providerId="LiveId" clId="{F0F19CC1-3A02-4EDF-A9ED-973E90AE2733}" dt="2024-10-21T07:30:11.177" v="822"/>
          <ac:spMkLst>
            <pc:docMk/>
            <pc:sldMk cId="1432776961" sldId="260"/>
            <ac:spMk id="3" creationId="{CCEAB742-6328-3588-462F-55FF16F5897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634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72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684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80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17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3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252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4871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52952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25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29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CCC05D1-3F19-416D-B365-627C2E47CA36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1A09601-ECE9-4E79-9976-B0981B351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22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3FACE-4176-78FF-C9FD-16075775F9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45C8C-8AE1-6D27-3AFD-3CEE42E20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1063"/>
            <a:ext cx="9144000" cy="771299"/>
          </a:xfrm>
        </p:spPr>
        <p:txBody>
          <a:bodyPr>
            <a:noAutofit/>
          </a:bodyPr>
          <a:lstStyle/>
          <a:p>
            <a:endParaRPr lang="en-IN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4677D-607D-FAEC-F35E-09B29832F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8725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A0485F-C930-B715-80BB-86DC991F1C88}"/>
              </a:ext>
            </a:extLst>
          </p:cNvPr>
          <p:cNvSpPr txBox="1"/>
          <p:nvPr/>
        </p:nvSpPr>
        <p:spPr>
          <a:xfrm>
            <a:off x="1926771" y="2579914"/>
            <a:ext cx="8425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Health Care Management System</a:t>
            </a:r>
            <a:endParaRPr lang="en-IN" sz="4800" dirty="0"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FC6E7-3950-D4F6-AF14-0F296BD50D13}"/>
              </a:ext>
            </a:extLst>
          </p:cNvPr>
          <p:cNvSpPr txBox="1"/>
          <p:nvPr/>
        </p:nvSpPr>
        <p:spPr>
          <a:xfrm>
            <a:off x="3777342" y="3386663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Minor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0088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68E8-D200-F431-C263-7AC587B5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9133" y="685800"/>
            <a:ext cx="12612157" cy="1794933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Algerian" panose="04020705040A02060702" pitchFamily="82" charset="0"/>
              </a:rPr>
              <a:t>          Introduction</a:t>
            </a:r>
            <a:endParaRPr lang="en-IN" sz="72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F9D9C-66DF-118B-E291-2951D40FA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2" y="2037806"/>
            <a:ext cx="8691154" cy="4139157"/>
          </a:xfrm>
        </p:spPr>
        <p:txBody>
          <a:bodyPr/>
          <a:lstStyle/>
          <a:p>
            <a:r>
              <a:rPr lang="en-US" dirty="0"/>
              <a:t>Healthcare management is the administration and coordination of healthcare systems, hospitals, or facilities to ensure efficient delivery of services, improve patient outcomes, and manage resources like staff and finances effectively.</a:t>
            </a:r>
          </a:p>
          <a:p>
            <a:r>
              <a:rPr lang="en-US" dirty="0"/>
              <a:t>Project Category: Application or System Development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5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57C4-4401-FDDF-BAEA-C2DF65E8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6DA2C-B343-EFE1-2B3E-8EDFDA9EC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Improving Patient Care</a:t>
            </a:r>
          </a:p>
          <a:p>
            <a:r>
              <a:rPr lang="en-IN" dirty="0"/>
              <a:t>Add on Online Appointment System</a:t>
            </a:r>
          </a:p>
          <a:p>
            <a:r>
              <a:rPr lang="en-IN" dirty="0"/>
              <a:t>Providing Facilities For Patient To Record Their Prescription Details And Other Information About Treatment.</a:t>
            </a:r>
          </a:p>
          <a:p>
            <a:r>
              <a:rPr lang="en-IN" dirty="0"/>
              <a:t>Providing Softcopy of your Lab-test Such as :X-Rays, Ct-Scan.</a:t>
            </a:r>
          </a:p>
        </p:txBody>
      </p:sp>
    </p:spTree>
    <p:extLst>
      <p:ext uri="{BB962C8B-B14F-4D97-AF65-F5344CB8AC3E}">
        <p14:creationId xmlns:p14="http://schemas.microsoft.com/office/powerpoint/2010/main" val="262834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7DF0-2FB1-C34B-17D6-D155BA3A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with 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E9EEA-8F41-4CFB-DEB0-48EE36FA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467"/>
            <a:ext cx="10515600" cy="4644496"/>
          </a:xfrm>
        </p:spPr>
        <p:txBody>
          <a:bodyPr/>
          <a:lstStyle/>
          <a:p>
            <a:r>
              <a:rPr lang="en-IN" dirty="0"/>
              <a:t>Patient Don’t Have Any Record of Their Lab Test.</a:t>
            </a:r>
          </a:p>
          <a:p>
            <a:r>
              <a:rPr lang="en-IN" dirty="0"/>
              <a:t>Patient Wait More Hours for their chance, because of offline appointment system.</a:t>
            </a:r>
          </a:p>
        </p:txBody>
      </p:sp>
    </p:spTree>
    <p:extLst>
      <p:ext uri="{BB962C8B-B14F-4D97-AF65-F5344CB8AC3E}">
        <p14:creationId xmlns:p14="http://schemas.microsoft.com/office/powerpoint/2010/main" val="50039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BE21-1C7F-7499-ADF2-72D7CBF87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AB742-6328-3588-462F-55FF16F58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7769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35</TotalTime>
  <Words>115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Algerian</vt:lpstr>
      <vt:lpstr>Century Gothic</vt:lpstr>
      <vt:lpstr>Garamond</vt:lpstr>
      <vt:lpstr>Times New Roman</vt:lpstr>
      <vt:lpstr>Savon</vt:lpstr>
      <vt:lpstr>PowerPoint Presentation</vt:lpstr>
      <vt:lpstr>          Introduction</vt:lpstr>
      <vt:lpstr>Objectives</vt:lpstr>
      <vt:lpstr>Problem with Existing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Anshika Jain</dc:creator>
  <cp:lastModifiedBy>Anshika Jain</cp:lastModifiedBy>
  <cp:revision>1</cp:revision>
  <dcterms:created xsi:type="dcterms:W3CDTF">2024-10-20T09:42:01Z</dcterms:created>
  <dcterms:modified xsi:type="dcterms:W3CDTF">2024-10-22T09:04:35Z</dcterms:modified>
</cp:coreProperties>
</file>